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>
                <a:latin typeface="Garamond" panose="02020404030301010803" pitchFamily="18" charset="0"/>
              </a:rPr>
              <a:t>La </a:t>
            </a:r>
            <a:r>
              <a:rPr lang="en-IN" b="1" dirty="0" err="1">
                <a:latin typeface="Garamond" panose="02020404030301010803" pitchFamily="18" charset="0"/>
              </a:rPr>
              <a:t>météo</a:t>
            </a:r>
            <a:endParaRPr lang="en-IN" b="1" dirty="0">
              <a:latin typeface="Garamond" panose="02020404030301010803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477593"/>
              </p:ext>
            </p:extLst>
          </p:nvPr>
        </p:nvGraphicFramePr>
        <p:xfrm>
          <a:off x="457200" y="838199"/>
          <a:ext cx="8382000" cy="5791200"/>
        </p:xfrm>
        <a:graphic>
          <a:graphicData uri="http://schemas.openxmlformats.org/drawingml/2006/table">
            <a:tbl>
              <a:tblPr/>
              <a:tblGrid>
                <a:gridCol w="2794000"/>
                <a:gridCol w="2794000"/>
                <a:gridCol w="2794000"/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Français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English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Il fait beau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☀️ (sun)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The weather is nice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Il fait </a:t>
                      </a:r>
                      <a:r>
                        <a:rPr lang="en-IN" dirty="0" err="1"/>
                        <a:t>chaud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🌞 (hot sun)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It’s hot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Il fait froid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❄️ (snowflake)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It’s cold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Il pleut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🌧️ (rain cloud)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It’s 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Il neige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⛄ (snowman)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It’s snowing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Il y a du soleil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☀️ (sun)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It’s 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Il y a des nuages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☁️ (cloud)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It’s cloudy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Il y a du 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🌬️ (wind blowing)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It’s windy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Il fait humide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💧 (droplets)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It’s humid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Le ciel est dégagé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🌌 (clear sky / stars)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The sky is clear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Le temps est orageux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⚡ (lightning)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The weather is stormy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50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10</TotalTime>
  <Words>124</Words>
  <Application>Microsoft Office PowerPoint</Application>
  <PresentationFormat>On-screen Show (4:3)</PresentationFormat>
  <Paragraphs>37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Foundry</vt:lpstr>
      <vt:lpstr>La météo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2006-08-16T00:00:00Z</dcterms:created>
  <dcterms:modified xsi:type="dcterms:W3CDTF">2025-09-18T06:39:21Z</dcterms:modified>
</cp:coreProperties>
</file>